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3246120"/>
            <a:ext cx="10058400" cy="2743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EFREN BILLIARDS &amp;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5A059"/>
                </a:solidFill>
              </a:rPr>
              <a:t>DOHA, QATAR  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0D0D8"/>
                </a:solidFill>
              </a:rPr>
              <a:t>Platform Overview &amp; Admin CMS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9CA8"/>
                </a:solidFill>
              </a:rPr>
              <a:t>Powered by React · TypeScript · Supabase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THIS PLATFORM?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D8"/>
                </a:solidFill>
              </a:rPr>
              <a:t>A premium, full-stack web application built for Efren Billiards &amp; Events — a world-class billiards club in Doha, Qatar. It manages tournaments, membership, digital content, and event booking from one unified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383280" cy="1828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3383280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Tournaments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A059"/>
                </a:solidFill>
              </a:rPr>
              <a:t>Brackets + Elimination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651760"/>
            <a:ext cx="3383280" cy="1828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651760"/>
            <a:ext cx="3383280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246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Admin CMS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A059"/>
                </a:solidFill>
              </a:rPr>
              <a:t>12-Module Control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2651760"/>
            <a:ext cx="3383280" cy="1828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2651760"/>
            <a:ext cx="3383280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8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3246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Live Rankings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A059"/>
                </a:solidFill>
              </a:rPr>
              <a:t>Billiards · Darts · Chess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566160" cy="4572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A059"/>
                </a:solidFill>
              </a:rPr>
              <a:t>⚛️ 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731520" cy="36576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Framer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Lucide Icons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3566160" cy="4572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A059"/>
                </a:solidFill>
              </a:rPr>
              <a:t>🗄️ 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965960"/>
            <a:ext cx="731520" cy="36576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148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Supabase (Postgres)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14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Row-Level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880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Auth (OTP + Google)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246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Storage Buckets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611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Real-time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566160" cy="4572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A059"/>
                </a:solidFill>
              </a:rPr>
              <a:t>🛠️  Tooling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1965960"/>
            <a:ext cx="731520" cy="36576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148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Vite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514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npm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880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ESLint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246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Git /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611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python-pptx (Docs)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SITE MAP &amp;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🏠  #home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Homepage – Hero, Offerings, Events, Gallery, Timetable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🎱  #billiards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Billiards Page – Legend Content + Live Rankings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🎯  #darts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Darts Page – Precision Focus + Rankings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♟️  #chess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Chess Page – Strategy Content + Rankings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65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🏛️  #event-place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Premium Event Place – Budget Estimator + Gallery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1732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🎤  #karaoke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Karaoke – Private Room Showcase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8600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359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☕  #coffee-menu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Coffee Menu – Live Price Digital Menu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15468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27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🏆  #tournaments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20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Tournaments – Live Bracket Viewer + Registration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02336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👑  #membership-packages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Membership – Tiered Benefits Landing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89204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965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🛡️  #admin-cms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257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Admin CMS – 12-Module Content Management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ADMIN CMS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0D8"/>
                </a:solidFill>
              </a:rPr>
              <a:t>A full 12-module management system. No coding required — change any content on the live site from a single panel.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486400" cy="16916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73152" cy="1691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🎨  Branding &amp; Visuals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A059"/>
                </a:solidFill>
              </a:rPr>
              <a:t>Hero · Site Images · Gallery · Videos · Visual Tour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011680"/>
            <a:ext cx="5486400" cy="16916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011680"/>
            <a:ext cx="73152" cy="1691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🍽️  Services &amp;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700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A059"/>
                </a:solidFill>
              </a:rPr>
              <a:t>Food Menu · Event Pricing · Match My Game · Membership Plans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31920"/>
            <a:ext cx="5486400" cy="16916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73152" cy="1691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📅  Operations &amp;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9028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A059"/>
                </a:solidFill>
              </a:rPr>
              <a:t>Weekly Schedule · Contact Info · Social Links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31920"/>
            <a:ext cx="5486400" cy="16916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931920"/>
            <a:ext cx="73152" cy="1691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🏆  Club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9028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A059"/>
                </a:solidFill>
              </a:rPr>
              <a:t>Tournaments · Players · Rankings · Members ·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🎨  BRANDING &amp; VISUALS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Hero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173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Edit homepage headline, sub-heading, and CTA button.
Changes are saved to the database and sync instantly across all devices.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58568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58568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Site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04288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Swap logo, hero backgrounds, and section photos by pasting direct image URLs.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45536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45536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912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Image Gallery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91256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Upload and caption photos. Displayed in the scrolling gallery on the homepage.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32504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32504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782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YouTube Videos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78224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Paste any YouTube link. The system auto-embeds it into the video player section.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19472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19472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651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Visual Tour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96519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Assign descriptions and images to each area of the club (e.g., Main Hall, VIP rooms).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🍽️  SERVICES, MENU &amp;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4008" cy="100584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26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Event Pricing 💡 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C5A059"/>
                </a:solidFill>
              </a:rPr>
              <a:t>THE PRICE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Set the base per-person rates for Corporate, Tournament, and Birthday events.
The Budget Estimator on the Event Place page reads these values in real time.
Update once → all visitor calculators re-calibrate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11064240" cy="10058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64008" cy="100584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237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Food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07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C5A059"/>
                </a:solidFill>
              </a:rPr>
              <a:t>DIGITAL MENU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Manage categories (Espresso Bar, Snacks, Mocktails) and individual item prices.
The live coffee menu page pulls directly from this module.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11064240" cy="10058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64008" cy="100584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21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Membership Plans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05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C5A059"/>
                </a:solidFill>
              </a:rPr>
              <a:t>TIER 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65760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Control the features listed for Bronze, Silver, and Gold tiers.
Changes reflect on the metallic pricing cards visible to new visitors.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1064240" cy="10058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64008" cy="100584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18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Match My Game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02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C5A059"/>
                </a:solidFill>
              </a:rPr>
              <a:t>GAME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75488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Manage the skill-level cards that help players find the right competition level.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TOURNAMENTS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🏆  TOURNAMENT BRACKETS &amp; ELIMINATION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01168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721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17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Generate Bracket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Choose Gen 4, 8, or 16 to create the tournament skeleton.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585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Assign Players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32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Drag &amp; Drop — or use Auto Assign for a randomized draw.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99816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9981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Declare Winners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741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Hover on a player → click Trophy Icon → confirm in popup.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41064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959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410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Auto-Advance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153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Winner is automatically placed in the correct next-round slot.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82312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371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823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Locked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056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Completed matches are frozen — no accidental edits.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325880"/>
            <a:ext cx="5029200" cy="50292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1325880"/>
            <a:ext cx="5029200" cy="64008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1463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A059"/>
                </a:solidFill>
              </a:rPr>
              <a:t>⚙️  HOW IT WORKS (LAYMAN'S)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96596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Parent-Child Links: Every match 'knows' its next round match.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4688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Winner Push: Clicking Trophy writes the winner ID to the next match.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97180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Smart Slot: Even match → Player 1 slot. Odd match → Player 2 slot.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7472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Permanent Lock: status = 'completed' prevents any future changes.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97764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Champion Toast: Final match win triggers a 🏆 Champion notification.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RANKINGS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📊  RANKINGS &amp; MEMBER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669280" cy="493776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669280" cy="64008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🏅  Hall of Fame / Rankings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Separate leaderboards for Billiards, Darts, and Chess.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Admins can manually add any name — even non-members.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540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Adding a 'Company' name activates Corporate Rivalry filters on the live site.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95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Linked accounts show full win/loss stats from tournament play.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050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Hybrid Linking: Records work with or without a registered user.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5486400" cy="493776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5486400" cy="64008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🛡️  Member Roles &amp;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Every user has a Role Flag: Guest or Admin.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78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Admin role unlocks all 12 CMS modules invisibly to guests.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Security is enforced server-side (Supabase RLS policies).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Even if someone guesses the URL — Supabase blocks the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05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Promote: Member tab → change tier dropdown to 'Admin'.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480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Promoted users must refresh their browser to see new tools.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📅  OPERATIONS &amp;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13716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3152" cy="1371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CB8A"/>
                </a:solidFill>
              </a:rPr>
              <a:t>📆  Weekly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6304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Assign daily events and special offers (e.g., Industry Night, Family Day).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6537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Each entry has: Day · Event Name · Offer Text · Time slot.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6771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Displayed on the site's timetable automatically, ordered by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07792"/>
            <a:ext cx="11155680" cy="13716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07792"/>
            <a:ext cx="73152" cy="1371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9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CB8A"/>
                </a:solidFill>
              </a:rPr>
              <a:t>📞  Contact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99923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Update address, phone numbers, email, WhatsApp link, and Google Maps URL.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4015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These appear in the footer and the dedicated Contact section sitewide.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80390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Changes propagate to every page instantly after saving.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43984"/>
            <a:ext cx="11155680" cy="13716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443984"/>
            <a:ext cx="73152" cy="1371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35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CB8A"/>
                </a:solidFill>
              </a:rPr>
              <a:t>🔗  Social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53542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Control Facebook, Instagram, TikTok, and WhatsApp button destinations.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9377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Icons are always visible in the navigation and footer.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34009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Just paste the full URL — no technical knowledge needed.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🧼  DATABASE &amp; MIGRATIONS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8"/>
                </a:solidFill>
              </a:rPr>
              <a:t>The database is the foundation. Migrations are like 'building permits' — they officially upgrade the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A059"/>
                </a:solidFill>
              </a:rPr>
              <a:t>📁  /supabase/migrations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10972800" cy="685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B8A"/>
                </a:solidFill>
              </a:rPr>
              <a:t>schema.sql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35915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Core tables: profiles, players, tournaments, matches, cms_content, registrations.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90672"/>
            <a:ext cx="10972800" cy="685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638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B8A"/>
                </a:solidFill>
              </a:rPr>
              <a:t>cms_expansion.sql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6382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Adds gallery, food menu, contact, social links, schedule, and pricing CMS modules.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95344"/>
            <a:ext cx="10972800" cy="685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684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B8A"/>
                </a:solidFill>
              </a:rPr>
              <a:t>20260310_bracket_and_event_pricing.sql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96849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Enables bracket elimination logic + event pricing CMS. Latest migration.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00016"/>
            <a:ext cx="10972800" cy="685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731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B8A"/>
                </a:solidFill>
              </a:rPr>
              <a:t>seed.sql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7731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Sample data for testing. Safe to run on a fresh database.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504688"/>
            <a:ext cx="10972800" cy="685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577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B8A"/>
                </a:solidFill>
              </a:rPr>
              <a:t>storage_setup.sql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577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Creates Supabase Storage buckets for image uploads.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C5A059"/>
                </a:solidFill>
              </a:rPr>
              <a:t>To apply: Copy the .sql file → Paste into Supabase SQL Editor → Click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3017520"/>
            <a:ext cx="10058400" cy="2743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EFREN BILLIARDS &amp;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5A059"/>
                </a:solidFill>
              </a:rPr>
              <a:t>Platform Built for Champions 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0D8"/>
                </a:solidFill>
              </a:rPr>
              <a:t>Live at: efrenbilliards.com  ·  Admin Portal: efrenbilliards.com/#admin-cms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9CA8"/>
                </a:solidFill>
              </a:rPr>
              <a:t>For technical support — refer to ADMIN_CMS_GUIDE.md, README.md, and PAGES.md in the project root.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9CA8"/>
                </a:solidFill>
              </a:rPr>
              <a:t>React  ·  TypeScript  ·  Supabase  ·  Tailwind CSS  ·  Framer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